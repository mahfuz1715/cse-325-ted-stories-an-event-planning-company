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7" r:id="rId4"/>
    <p:sldMasterId id="2147483650" r:id="rId5"/>
    <p:sldMasterId id="2147483652" r:id="rId6"/>
    <p:sldMasterId id="2147483654" r:id="rId7"/>
  </p:sldMasterIdLst>
  <p:notesMasterIdLst>
    <p:notesMasterId r:id="rId26"/>
  </p:notesMasterIdLst>
  <p:handoutMasterIdLst>
    <p:handoutMasterId r:id="rId27"/>
  </p:handoutMasterIdLst>
  <p:sldIdLst>
    <p:sldId id="289" r:id="rId8"/>
    <p:sldId id="298" r:id="rId9"/>
    <p:sldId id="299" r:id="rId10"/>
    <p:sldId id="300" r:id="rId11"/>
    <p:sldId id="303" r:id="rId12"/>
    <p:sldId id="307" r:id="rId13"/>
    <p:sldId id="306" r:id="rId14"/>
    <p:sldId id="308" r:id="rId15"/>
    <p:sldId id="309" r:id="rId16"/>
    <p:sldId id="311" r:id="rId17"/>
    <p:sldId id="312" r:id="rId18"/>
    <p:sldId id="318" r:id="rId19"/>
    <p:sldId id="313" r:id="rId20"/>
    <p:sldId id="314" r:id="rId21"/>
    <p:sldId id="315" r:id="rId22"/>
    <p:sldId id="316" r:id="rId23"/>
    <p:sldId id="317" r:id="rId24"/>
    <p:sldId id="286" r:id="rId25"/>
  </p:sldIdLst>
  <p:sldSz cx="13335000" cy="13335000"/>
  <p:notesSz cx="6858000" cy="9144000"/>
  <p:defaultTextStyle>
    <a:defPPr>
      <a:defRPr lang="en-US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0" userDrawn="1">
          <p15:clr>
            <a:srgbClr val="A4A3A4"/>
          </p15:clr>
        </p15:guide>
        <p15:guide id="2" pos="4200" userDrawn="1">
          <p15:clr>
            <a:srgbClr val="A4A3A4"/>
          </p15:clr>
        </p15:guide>
        <p15:guide id="3" pos="2454" userDrawn="1">
          <p15:clr>
            <a:srgbClr val="A4A3A4"/>
          </p15:clr>
        </p15:guide>
        <p15:guide id="4" pos="7874" userDrawn="1">
          <p15:clr>
            <a:srgbClr val="A4A3A4"/>
          </p15:clr>
        </p15:guide>
        <p15:guide id="5" orient="horz" pos="7375" userDrawn="1">
          <p15:clr>
            <a:srgbClr val="A4A3A4"/>
          </p15:clr>
        </p15:guide>
        <p15:guide id="6" pos="60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DD"/>
    <a:srgbClr val="211943"/>
    <a:srgbClr val="E3B505"/>
    <a:srgbClr val="D25CDE"/>
    <a:srgbClr val="738BD8"/>
    <a:srgbClr val="120166"/>
    <a:srgbClr val="13030C"/>
    <a:srgbClr val="1A0410"/>
    <a:srgbClr val="323489"/>
    <a:srgbClr val="D05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84972" autoAdjust="0"/>
  </p:normalViewPr>
  <p:slideViewPr>
    <p:cSldViewPr snapToGrid="0">
      <p:cViewPr varScale="1">
        <p:scale>
          <a:sx n="35" d="100"/>
          <a:sy n="35" d="100"/>
        </p:scale>
        <p:origin x="1752" y="44"/>
      </p:cViewPr>
      <p:guideLst>
        <p:guide orient="horz" pos="4200"/>
        <p:guide pos="4200"/>
        <p:guide pos="2454"/>
        <p:guide pos="7874"/>
        <p:guide orient="horz" pos="7375"/>
        <p:guide pos="60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65057C-E5C6-4E45-97ED-A64C6DBFA6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8E680-522B-48BA-B836-BFF04998A6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53142-40CD-4B7C-9D32-C631BB592D8A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32244-026F-48DF-8EFD-6A3761A574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A2489-2086-4DA2-8F63-264B949044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D557B-81BB-4ADD-ABEE-1CC43C94B6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28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312B6-DF46-4320-BC4D-FBC3742D0FBB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4E798-C6B5-4CFD-BD4D-912D83FC3F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88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13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526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946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9B99344-1B84-42D8-B610-0928EBD480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" y="300"/>
            <a:ext cx="13334400" cy="1333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7981B-C38E-4CCC-A647-AC3CC54F52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" y="5435599"/>
            <a:ext cx="13334400" cy="2608263"/>
          </a:xfrm>
          <a:solidFill>
            <a:schemeClr val="accent5">
              <a:alpha val="70000"/>
            </a:schemeClr>
          </a:solidFill>
        </p:spPr>
        <p:txBody>
          <a:bodyPr tIns="180000" anchor="ctr" anchorCtr="0">
            <a:noAutofit/>
          </a:bodyPr>
          <a:lstStyle>
            <a:lvl1pPr algn="ctr">
              <a:defRPr sz="15300" b="1" spc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dirty="0"/>
              <a:t>ILLUSIONS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EDCCE4F-8BC4-4079-BABC-AA7C6F9ECF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126510" cy="2311400"/>
          </a:xfrm>
          <a:custGeom>
            <a:avLst/>
            <a:gdLst>
              <a:gd name="connsiteX0" fmla="*/ 0 w 5126510"/>
              <a:gd name="connsiteY0" fmla="*/ 0 h 2311400"/>
              <a:gd name="connsiteX1" fmla="*/ 5126510 w 5126510"/>
              <a:gd name="connsiteY1" fmla="*/ 0 h 2311400"/>
              <a:gd name="connsiteX2" fmla="*/ 2355338 w 5126510"/>
              <a:gd name="connsiteY2" fmla="*/ 2311400 h 2311400"/>
              <a:gd name="connsiteX3" fmla="*/ 0 w 5126510"/>
              <a:gd name="connsiteY3" fmla="*/ 2311400 h 231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6510" h="2311400">
                <a:moveTo>
                  <a:pt x="0" y="0"/>
                </a:moveTo>
                <a:lnTo>
                  <a:pt x="5126510" y="0"/>
                </a:lnTo>
                <a:lnTo>
                  <a:pt x="2355338" y="2311400"/>
                </a:lnTo>
                <a:lnTo>
                  <a:pt x="0" y="2311400"/>
                </a:lnTo>
                <a:close/>
              </a:path>
            </a:pathLst>
          </a:custGeom>
          <a:solidFill>
            <a:schemeClr val="accent5">
              <a:alpha val="70000"/>
            </a:schemeClr>
          </a:solidFill>
        </p:spPr>
        <p:txBody>
          <a:bodyPr wrap="square" lIns="612000" anchor="ctr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2900" b="1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</a:t>
            </a:r>
            <a:br>
              <a:rPr lang="en-US" dirty="0"/>
            </a:br>
            <a:r>
              <a:rPr lang="en-US" dirty="0"/>
              <a:t>Amet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0E9AAF-5816-4855-A4A6-9CD5623D0B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9864" y="11023800"/>
            <a:ext cx="5585136" cy="2311200"/>
          </a:xfrm>
          <a:custGeom>
            <a:avLst/>
            <a:gdLst>
              <a:gd name="connsiteX0" fmla="*/ 2688015 w 5585136"/>
              <a:gd name="connsiteY0" fmla="*/ 0 h 2311200"/>
              <a:gd name="connsiteX1" fmla="*/ 5585136 w 5585136"/>
              <a:gd name="connsiteY1" fmla="*/ 0 h 2311200"/>
              <a:gd name="connsiteX2" fmla="*/ 5585136 w 5585136"/>
              <a:gd name="connsiteY2" fmla="*/ 2311200 h 2311200"/>
              <a:gd name="connsiteX3" fmla="*/ 0 w 5585136"/>
              <a:gd name="connsiteY3" fmla="*/ 2311200 h 23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5136" h="2311200">
                <a:moveTo>
                  <a:pt x="2688015" y="0"/>
                </a:moveTo>
                <a:lnTo>
                  <a:pt x="5585136" y="0"/>
                </a:lnTo>
                <a:lnTo>
                  <a:pt x="5585136" y="2311200"/>
                </a:lnTo>
                <a:lnTo>
                  <a:pt x="0" y="231120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</p:spPr>
        <p:txBody>
          <a:bodyPr wrap="square" rIns="648000" anchor="ctr" anchorCtr="0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5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Flora</a:t>
            </a:r>
            <a:br>
              <a:rPr lang="en-US" dirty="0"/>
            </a:br>
            <a:r>
              <a:rPr lang="en-US" dirty="0" err="1"/>
              <a:t>Berggen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70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7BD43B-CE12-4631-8669-6C484F33366A}"/>
              </a:ext>
            </a:extLst>
          </p:cNvPr>
          <p:cNvSpPr/>
          <p:nvPr userDrawn="1"/>
        </p:nvSpPr>
        <p:spPr>
          <a:xfrm>
            <a:off x="2566317" y="9565171"/>
            <a:ext cx="7992000" cy="2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82C880C-DCA2-490E-AD7E-4242DD4759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" y="300"/>
            <a:ext cx="13334400" cy="13334400"/>
          </a:xfrm>
          <a:custGeom>
            <a:avLst/>
            <a:gdLst>
              <a:gd name="connsiteX0" fmla="*/ 2566017 w 13334400"/>
              <a:gd name="connsiteY0" fmla="*/ 9630185 h 13334400"/>
              <a:gd name="connsiteX1" fmla="*/ 2566017 w 13334400"/>
              <a:gd name="connsiteY1" fmla="*/ 9666185 h 13334400"/>
              <a:gd name="connsiteX2" fmla="*/ 10558017 w 13334400"/>
              <a:gd name="connsiteY2" fmla="*/ 9666185 h 13334400"/>
              <a:gd name="connsiteX3" fmla="*/ 10558017 w 13334400"/>
              <a:gd name="connsiteY3" fmla="*/ 9630185 h 13334400"/>
              <a:gd name="connsiteX4" fmla="*/ 0 w 13334400"/>
              <a:gd name="connsiteY4" fmla="*/ 0 h 13334400"/>
              <a:gd name="connsiteX5" fmla="*/ 13334400 w 13334400"/>
              <a:gd name="connsiteY5" fmla="*/ 0 h 13334400"/>
              <a:gd name="connsiteX6" fmla="*/ 13334400 w 13334400"/>
              <a:gd name="connsiteY6" fmla="*/ 13334400 h 13334400"/>
              <a:gd name="connsiteX7" fmla="*/ 0 w 13334400"/>
              <a:gd name="connsiteY7" fmla="*/ 13334400 h 133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34400" h="13334400">
                <a:moveTo>
                  <a:pt x="2566017" y="9630185"/>
                </a:moveTo>
                <a:lnTo>
                  <a:pt x="2566017" y="9666185"/>
                </a:lnTo>
                <a:lnTo>
                  <a:pt x="10558017" y="9666185"/>
                </a:lnTo>
                <a:lnTo>
                  <a:pt x="10558017" y="9630185"/>
                </a:lnTo>
                <a:close/>
                <a:moveTo>
                  <a:pt x="0" y="0"/>
                </a:moveTo>
                <a:lnTo>
                  <a:pt x="13334400" y="0"/>
                </a:lnTo>
                <a:lnTo>
                  <a:pt x="13334400" y="13334400"/>
                </a:lnTo>
                <a:lnTo>
                  <a:pt x="0" y="133344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E0B68-662D-4E0E-84ED-99B0B7A688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1964" y="7024913"/>
            <a:ext cx="12409714" cy="2832100"/>
          </a:xfrm>
        </p:spPr>
        <p:txBody>
          <a:bodyPr/>
          <a:lstStyle>
            <a:lvl1pPr marL="0" indent="0" algn="ctr">
              <a:buNone/>
              <a:defRPr lang="en-US" sz="20000" b="0" kern="1200" spc="0" dirty="0">
                <a:gradFill>
                  <a:gsLst>
                    <a:gs pos="100000">
                      <a:schemeClr val="tx2"/>
                    </a:gs>
                    <a:gs pos="0">
                      <a:schemeClr val="accent5"/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DESERT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F226F2-B305-44A4-B83A-232739B1E8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643" y="3810001"/>
            <a:ext cx="12409714" cy="2895600"/>
          </a:xfrm>
        </p:spPr>
        <p:txBody>
          <a:bodyPr anchor="b">
            <a:noAutofit/>
          </a:bodyPr>
          <a:lstStyle>
            <a:lvl1pPr algn="ctr">
              <a:defRPr sz="20000" b="0" spc="0">
                <a:solidFill>
                  <a:schemeClr val="accent5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SECRET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7CB5D-C353-45A1-8210-0A39A703B6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964" y="9887855"/>
            <a:ext cx="12409714" cy="120831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4800" spc="1800" baseline="0">
                <a:solidFill>
                  <a:schemeClr val="tx2"/>
                </a:solidFill>
                <a:latin typeface="+mn-lt"/>
                <a:cs typeface="Dubai" panose="020B0503030403030204" pitchFamily="34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KALLIE PERSSON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9BEF83-CD04-4CC0-A398-C7D80B73ED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1948207"/>
            <a:ext cx="13334400" cy="720000"/>
          </a:xfrm>
          <a:gradFill flip="none" rotWithShape="1">
            <a:gsLst>
              <a:gs pos="100000">
                <a:schemeClr val="tx2"/>
              </a:gs>
              <a:gs pos="0">
                <a:schemeClr val="accent5"/>
              </a:gs>
            </a:gsLst>
            <a:lin ang="10800000" scaled="1"/>
            <a:tileRect/>
          </a:gradFill>
        </p:spPr>
        <p:txBody>
          <a:bodyPr anchor="ctr" anchorCtr="0">
            <a:normAutofit/>
          </a:bodyPr>
          <a:lstStyle>
            <a:lvl1pPr marL="0" indent="0" algn="ctr">
              <a:buNone/>
              <a:defRPr sz="3000" spc="17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Incl. hits “Lorem Ipsum” and “Dolor Sit Amet”</a:t>
            </a:r>
          </a:p>
        </p:txBody>
      </p:sp>
    </p:spTree>
    <p:extLst>
      <p:ext uri="{BB962C8B-B14F-4D97-AF65-F5344CB8AC3E}">
        <p14:creationId xmlns:p14="http://schemas.microsoft.com/office/powerpoint/2010/main" val="149156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561E449-C157-443F-8CAE-597DC2D2F030}"/>
              </a:ext>
            </a:extLst>
          </p:cNvPr>
          <p:cNvSpPr/>
          <p:nvPr userDrawn="1"/>
        </p:nvSpPr>
        <p:spPr>
          <a:xfrm>
            <a:off x="385500" y="385500"/>
            <a:ext cx="12564000" cy="12564000"/>
          </a:xfrm>
          <a:prstGeom prst="rect">
            <a:avLst/>
          </a:prstGeom>
          <a:noFill/>
          <a:ln w="1270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88169A62-817C-40CA-B3A3-19A5500E64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0" y="300"/>
            <a:ext cx="13334400" cy="13334400"/>
          </a:xfrm>
          <a:custGeom>
            <a:avLst/>
            <a:gdLst>
              <a:gd name="connsiteX0" fmla="*/ 8899201 w 13334400"/>
              <a:gd name="connsiteY0" fmla="*/ 11856959 h 13334400"/>
              <a:gd name="connsiteX1" fmla="*/ 8899201 w 13334400"/>
              <a:gd name="connsiteY1" fmla="*/ 11892959 h 13334400"/>
              <a:gd name="connsiteX2" fmla="*/ 11635201 w 13334400"/>
              <a:gd name="connsiteY2" fmla="*/ 11892959 h 13334400"/>
              <a:gd name="connsiteX3" fmla="*/ 11635201 w 13334400"/>
              <a:gd name="connsiteY3" fmla="*/ 11856959 h 13334400"/>
              <a:gd name="connsiteX4" fmla="*/ 1699202 w 13334400"/>
              <a:gd name="connsiteY4" fmla="*/ 11856959 h 13334400"/>
              <a:gd name="connsiteX5" fmla="*/ 1699202 w 13334400"/>
              <a:gd name="connsiteY5" fmla="*/ 11892959 h 13334400"/>
              <a:gd name="connsiteX6" fmla="*/ 4435202 w 13334400"/>
              <a:gd name="connsiteY6" fmla="*/ 11892959 h 13334400"/>
              <a:gd name="connsiteX7" fmla="*/ 4435202 w 13334400"/>
              <a:gd name="connsiteY7" fmla="*/ 11856959 h 13334400"/>
              <a:gd name="connsiteX8" fmla="*/ 8899201 w 13334400"/>
              <a:gd name="connsiteY8" fmla="*/ 11658082 h 13334400"/>
              <a:gd name="connsiteX9" fmla="*/ 8899201 w 13334400"/>
              <a:gd name="connsiteY9" fmla="*/ 11712082 h 13334400"/>
              <a:gd name="connsiteX10" fmla="*/ 11635201 w 13334400"/>
              <a:gd name="connsiteY10" fmla="*/ 11712082 h 13334400"/>
              <a:gd name="connsiteX11" fmla="*/ 11635201 w 13334400"/>
              <a:gd name="connsiteY11" fmla="*/ 11658082 h 13334400"/>
              <a:gd name="connsiteX12" fmla="*/ 1699202 w 13334400"/>
              <a:gd name="connsiteY12" fmla="*/ 11658082 h 13334400"/>
              <a:gd name="connsiteX13" fmla="*/ 1699202 w 13334400"/>
              <a:gd name="connsiteY13" fmla="*/ 11712082 h 13334400"/>
              <a:gd name="connsiteX14" fmla="*/ 4435202 w 13334400"/>
              <a:gd name="connsiteY14" fmla="*/ 11712082 h 13334400"/>
              <a:gd name="connsiteX15" fmla="*/ 4435202 w 13334400"/>
              <a:gd name="connsiteY15" fmla="*/ 11658082 h 13334400"/>
              <a:gd name="connsiteX16" fmla="*/ 8899201 w 13334400"/>
              <a:gd name="connsiteY16" fmla="*/ 11441205 h 13334400"/>
              <a:gd name="connsiteX17" fmla="*/ 8899201 w 13334400"/>
              <a:gd name="connsiteY17" fmla="*/ 11513205 h 13334400"/>
              <a:gd name="connsiteX18" fmla="*/ 11635201 w 13334400"/>
              <a:gd name="connsiteY18" fmla="*/ 11513205 h 13334400"/>
              <a:gd name="connsiteX19" fmla="*/ 11635201 w 13334400"/>
              <a:gd name="connsiteY19" fmla="*/ 11441205 h 13334400"/>
              <a:gd name="connsiteX20" fmla="*/ 1699202 w 13334400"/>
              <a:gd name="connsiteY20" fmla="*/ 11441205 h 13334400"/>
              <a:gd name="connsiteX21" fmla="*/ 1699202 w 13334400"/>
              <a:gd name="connsiteY21" fmla="*/ 11513205 h 13334400"/>
              <a:gd name="connsiteX22" fmla="*/ 4435202 w 13334400"/>
              <a:gd name="connsiteY22" fmla="*/ 11513205 h 13334400"/>
              <a:gd name="connsiteX23" fmla="*/ 4435202 w 13334400"/>
              <a:gd name="connsiteY23" fmla="*/ 11441205 h 13334400"/>
              <a:gd name="connsiteX24" fmla="*/ 1699202 w 13334400"/>
              <a:gd name="connsiteY24" fmla="*/ 9698870 h 13334400"/>
              <a:gd name="connsiteX25" fmla="*/ 1699202 w 13334400"/>
              <a:gd name="connsiteY25" fmla="*/ 9770870 h 13334400"/>
              <a:gd name="connsiteX26" fmla="*/ 11635201 w 13334400"/>
              <a:gd name="connsiteY26" fmla="*/ 9770870 h 13334400"/>
              <a:gd name="connsiteX27" fmla="*/ 11635201 w 13334400"/>
              <a:gd name="connsiteY27" fmla="*/ 9698870 h 13334400"/>
              <a:gd name="connsiteX28" fmla="*/ 428401 w 13334400"/>
              <a:gd name="connsiteY28" fmla="*/ 428401 h 13334400"/>
              <a:gd name="connsiteX29" fmla="*/ 12905999 w 13334400"/>
              <a:gd name="connsiteY29" fmla="*/ 428401 h 13334400"/>
              <a:gd name="connsiteX30" fmla="*/ 12905999 w 13334400"/>
              <a:gd name="connsiteY30" fmla="*/ 12906000 h 13334400"/>
              <a:gd name="connsiteX31" fmla="*/ 428401 w 13334400"/>
              <a:gd name="connsiteY31" fmla="*/ 12906000 h 13334400"/>
              <a:gd name="connsiteX32" fmla="*/ 385201 w 13334400"/>
              <a:gd name="connsiteY32" fmla="*/ 385200 h 13334400"/>
              <a:gd name="connsiteX33" fmla="*/ 385201 w 13334400"/>
              <a:gd name="connsiteY33" fmla="*/ 385201 h 13334400"/>
              <a:gd name="connsiteX34" fmla="*/ 385201 w 13334400"/>
              <a:gd name="connsiteY34" fmla="*/ 428401 h 13334400"/>
              <a:gd name="connsiteX35" fmla="*/ 385201 w 13334400"/>
              <a:gd name="connsiteY35" fmla="*/ 12906000 h 13334400"/>
              <a:gd name="connsiteX36" fmla="*/ 385200 w 13334400"/>
              <a:gd name="connsiteY36" fmla="*/ 12906000 h 13334400"/>
              <a:gd name="connsiteX37" fmla="*/ 385200 w 13334400"/>
              <a:gd name="connsiteY37" fmla="*/ 12949200 h 13334400"/>
              <a:gd name="connsiteX38" fmla="*/ 385201 w 13334400"/>
              <a:gd name="connsiteY38" fmla="*/ 12949200 h 13334400"/>
              <a:gd name="connsiteX39" fmla="*/ 428401 w 13334400"/>
              <a:gd name="connsiteY39" fmla="*/ 12949200 h 13334400"/>
              <a:gd name="connsiteX40" fmla="*/ 12905999 w 13334400"/>
              <a:gd name="connsiteY40" fmla="*/ 12949200 h 13334400"/>
              <a:gd name="connsiteX41" fmla="*/ 12949199 w 13334400"/>
              <a:gd name="connsiteY41" fmla="*/ 12949200 h 13334400"/>
              <a:gd name="connsiteX42" fmla="*/ 12949200 w 13334400"/>
              <a:gd name="connsiteY42" fmla="*/ 12949200 h 13334400"/>
              <a:gd name="connsiteX43" fmla="*/ 12949200 w 13334400"/>
              <a:gd name="connsiteY43" fmla="*/ 12906000 h 13334400"/>
              <a:gd name="connsiteX44" fmla="*/ 12949199 w 13334400"/>
              <a:gd name="connsiteY44" fmla="*/ 12906000 h 13334400"/>
              <a:gd name="connsiteX45" fmla="*/ 12949199 w 13334400"/>
              <a:gd name="connsiteY45" fmla="*/ 428401 h 13334400"/>
              <a:gd name="connsiteX46" fmla="*/ 12949200 w 13334400"/>
              <a:gd name="connsiteY46" fmla="*/ 428401 h 13334400"/>
              <a:gd name="connsiteX47" fmla="*/ 12949200 w 13334400"/>
              <a:gd name="connsiteY47" fmla="*/ 385201 h 13334400"/>
              <a:gd name="connsiteX48" fmla="*/ 12949199 w 13334400"/>
              <a:gd name="connsiteY48" fmla="*/ 385201 h 13334400"/>
              <a:gd name="connsiteX49" fmla="*/ 12905999 w 13334400"/>
              <a:gd name="connsiteY49" fmla="*/ 385201 h 13334400"/>
              <a:gd name="connsiteX50" fmla="*/ 428401 w 13334400"/>
              <a:gd name="connsiteY50" fmla="*/ 385201 h 13334400"/>
              <a:gd name="connsiteX51" fmla="*/ 428401 w 13334400"/>
              <a:gd name="connsiteY51" fmla="*/ 385200 h 13334400"/>
              <a:gd name="connsiteX52" fmla="*/ 0 w 13334400"/>
              <a:gd name="connsiteY52" fmla="*/ 0 h 13334400"/>
              <a:gd name="connsiteX53" fmla="*/ 13334400 w 13334400"/>
              <a:gd name="connsiteY53" fmla="*/ 0 h 13334400"/>
              <a:gd name="connsiteX54" fmla="*/ 13334400 w 13334400"/>
              <a:gd name="connsiteY54" fmla="*/ 13334400 h 13334400"/>
              <a:gd name="connsiteX55" fmla="*/ 0 w 13334400"/>
              <a:gd name="connsiteY55" fmla="*/ 13334400 h 133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3334400" h="13334400">
                <a:moveTo>
                  <a:pt x="8899201" y="11856959"/>
                </a:moveTo>
                <a:lnTo>
                  <a:pt x="8899201" y="11892959"/>
                </a:lnTo>
                <a:lnTo>
                  <a:pt x="11635201" y="11892959"/>
                </a:lnTo>
                <a:lnTo>
                  <a:pt x="11635201" y="11856959"/>
                </a:lnTo>
                <a:close/>
                <a:moveTo>
                  <a:pt x="1699202" y="11856959"/>
                </a:moveTo>
                <a:lnTo>
                  <a:pt x="1699202" y="11892959"/>
                </a:lnTo>
                <a:lnTo>
                  <a:pt x="4435202" y="11892959"/>
                </a:lnTo>
                <a:lnTo>
                  <a:pt x="4435202" y="11856959"/>
                </a:lnTo>
                <a:close/>
                <a:moveTo>
                  <a:pt x="8899201" y="11658082"/>
                </a:moveTo>
                <a:lnTo>
                  <a:pt x="8899201" y="11712082"/>
                </a:lnTo>
                <a:lnTo>
                  <a:pt x="11635201" y="11712082"/>
                </a:lnTo>
                <a:lnTo>
                  <a:pt x="11635201" y="11658082"/>
                </a:lnTo>
                <a:close/>
                <a:moveTo>
                  <a:pt x="1699202" y="11658082"/>
                </a:moveTo>
                <a:lnTo>
                  <a:pt x="1699202" y="11712082"/>
                </a:lnTo>
                <a:lnTo>
                  <a:pt x="4435202" y="11712082"/>
                </a:lnTo>
                <a:lnTo>
                  <a:pt x="4435202" y="11658082"/>
                </a:lnTo>
                <a:close/>
                <a:moveTo>
                  <a:pt x="8899201" y="11441205"/>
                </a:moveTo>
                <a:lnTo>
                  <a:pt x="8899201" y="11513205"/>
                </a:lnTo>
                <a:lnTo>
                  <a:pt x="11635201" y="11513205"/>
                </a:lnTo>
                <a:lnTo>
                  <a:pt x="11635201" y="11441205"/>
                </a:lnTo>
                <a:close/>
                <a:moveTo>
                  <a:pt x="1699202" y="11441205"/>
                </a:moveTo>
                <a:lnTo>
                  <a:pt x="1699202" y="11513205"/>
                </a:lnTo>
                <a:lnTo>
                  <a:pt x="4435202" y="11513205"/>
                </a:lnTo>
                <a:lnTo>
                  <a:pt x="4435202" y="11441205"/>
                </a:lnTo>
                <a:close/>
                <a:moveTo>
                  <a:pt x="1699202" y="9698870"/>
                </a:moveTo>
                <a:lnTo>
                  <a:pt x="1699202" y="9770870"/>
                </a:lnTo>
                <a:lnTo>
                  <a:pt x="11635201" y="9770870"/>
                </a:lnTo>
                <a:lnTo>
                  <a:pt x="11635201" y="9698870"/>
                </a:lnTo>
                <a:close/>
                <a:moveTo>
                  <a:pt x="428401" y="428401"/>
                </a:moveTo>
                <a:lnTo>
                  <a:pt x="12905999" y="428401"/>
                </a:lnTo>
                <a:lnTo>
                  <a:pt x="12905999" y="12906000"/>
                </a:lnTo>
                <a:lnTo>
                  <a:pt x="428401" y="12906000"/>
                </a:lnTo>
                <a:close/>
                <a:moveTo>
                  <a:pt x="385201" y="385200"/>
                </a:moveTo>
                <a:lnTo>
                  <a:pt x="385201" y="385201"/>
                </a:lnTo>
                <a:lnTo>
                  <a:pt x="385201" y="428401"/>
                </a:lnTo>
                <a:lnTo>
                  <a:pt x="385201" y="12906000"/>
                </a:lnTo>
                <a:lnTo>
                  <a:pt x="385200" y="12906000"/>
                </a:lnTo>
                <a:lnTo>
                  <a:pt x="385200" y="12949200"/>
                </a:lnTo>
                <a:lnTo>
                  <a:pt x="385201" y="12949200"/>
                </a:lnTo>
                <a:lnTo>
                  <a:pt x="428401" y="12949200"/>
                </a:lnTo>
                <a:lnTo>
                  <a:pt x="12905999" y="12949200"/>
                </a:lnTo>
                <a:lnTo>
                  <a:pt x="12949199" y="12949200"/>
                </a:lnTo>
                <a:lnTo>
                  <a:pt x="12949200" y="12949200"/>
                </a:lnTo>
                <a:lnTo>
                  <a:pt x="12949200" y="12906000"/>
                </a:lnTo>
                <a:lnTo>
                  <a:pt x="12949199" y="12906000"/>
                </a:lnTo>
                <a:lnTo>
                  <a:pt x="12949199" y="428401"/>
                </a:lnTo>
                <a:lnTo>
                  <a:pt x="12949200" y="428401"/>
                </a:lnTo>
                <a:lnTo>
                  <a:pt x="12949200" y="385201"/>
                </a:lnTo>
                <a:lnTo>
                  <a:pt x="12949199" y="385201"/>
                </a:lnTo>
                <a:lnTo>
                  <a:pt x="12905999" y="385201"/>
                </a:lnTo>
                <a:lnTo>
                  <a:pt x="428401" y="385201"/>
                </a:lnTo>
                <a:lnTo>
                  <a:pt x="428401" y="385200"/>
                </a:lnTo>
                <a:close/>
                <a:moveTo>
                  <a:pt x="0" y="0"/>
                </a:moveTo>
                <a:lnTo>
                  <a:pt x="13334400" y="0"/>
                </a:lnTo>
                <a:lnTo>
                  <a:pt x="13334400" y="13334400"/>
                </a:lnTo>
                <a:lnTo>
                  <a:pt x="0" y="1333440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AF2A0-27FA-494D-8F1E-F7C03227CB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6871" y="9424307"/>
            <a:ext cx="10433658" cy="2095498"/>
          </a:xfrm>
        </p:spPr>
        <p:txBody>
          <a:bodyPr tIns="216000" anchor="ctr" anchorCtr="0">
            <a:noAutofit/>
          </a:bodyPr>
          <a:lstStyle>
            <a:lvl1pPr algn="ctr">
              <a:lnSpc>
                <a:spcPct val="100000"/>
              </a:lnSpc>
              <a:defRPr sz="10500" b="1" spc="79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DAY DREAMS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7CB41-A08A-498D-9990-4DCF7E9035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5885" y="1401695"/>
            <a:ext cx="7053000" cy="1643421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lang="en-US" sz="5400" b="0" kern="1200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IAN</a:t>
            </a:r>
          </a:p>
          <a:p>
            <a:r>
              <a:rPr lang="en-US" dirty="0"/>
              <a:t>HANNSON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76588AC-F385-4AD0-B050-FDFC008FF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88530" y="11285808"/>
            <a:ext cx="4557940" cy="862647"/>
          </a:xfrm>
        </p:spPr>
        <p:txBody>
          <a:bodyPr>
            <a:normAutofit/>
          </a:bodyPr>
          <a:lstStyle>
            <a:lvl1pPr marL="0" indent="0" algn="ctr">
              <a:buNone/>
              <a:defRPr sz="5400" spc="3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INDIE FOLK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98DA663-19FC-48FC-A5E2-E4824F2F42F5}"/>
              </a:ext>
            </a:extLst>
          </p:cNvPr>
          <p:cNvSpPr/>
          <p:nvPr userDrawn="1"/>
        </p:nvSpPr>
        <p:spPr>
          <a:xfrm>
            <a:off x="1699502" y="9699170"/>
            <a:ext cx="9935999" cy="2194089"/>
          </a:xfrm>
          <a:custGeom>
            <a:avLst/>
            <a:gdLst>
              <a:gd name="connsiteX0" fmla="*/ 7199999 w 9935999"/>
              <a:gd name="connsiteY0" fmla="*/ 2158089 h 2194089"/>
              <a:gd name="connsiteX1" fmla="*/ 9935999 w 9935999"/>
              <a:gd name="connsiteY1" fmla="*/ 2158089 h 2194089"/>
              <a:gd name="connsiteX2" fmla="*/ 9935999 w 9935999"/>
              <a:gd name="connsiteY2" fmla="*/ 2194089 h 2194089"/>
              <a:gd name="connsiteX3" fmla="*/ 7199999 w 9935999"/>
              <a:gd name="connsiteY3" fmla="*/ 2194089 h 2194089"/>
              <a:gd name="connsiteX4" fmla="*/ 0 w 9935999"/>
              <a:gd name="connsiteY4" fmla="*/ 2158089 h 2194089"/>
              <a:gd name="connsiteX5" fmla="*/ 2735999 w 9935999"/>
              <a:gd name="connsiteY5" fmla="*/ 2158089 h 2194089"/>
              <a:gd name="connsiteX6" fmla="*/ 2735999 w 9935999"/>
              <a:gd name="connsiteY6" fmla="*/ 2194089 h 2194089"/>
              <a:gd name="connsiteX7" fmla="*/ 0 w 9935999"/>
              <a:gd name="connsiteY7" fmla="*/ 2194089 h 2194089"/>
              <a:gd name="connsiteX8" fmla="*/ 7199999 w 9935999"/>
              <a:gd name="connsiteY8" fmla="*/ 1959212 h 2194089"/>
              <a:gd name="connsiteX9" fmla="*/ 9935999 w 9935999"/>
              <a:gd name="connsiteY9" fmla="*/ 1959212 h 2194089"/>
              <a:gd name="connsiteX10" fmla="*/ 9935999 w 9935999"/>
              <a:gd name="connsiteY10" fmla="*/ 2013212 h 2194089"/>
              <a:gd name="connsiteX11" fmla="*/ 7199999 w 9935999"/>
              <a:gd name="connsiteY11" fmla="*/ 2013212 h 2194089"/>
              <a:gd name="connsiteX12" fmla="*/ 0 w 9935999"/>
              <a:gd name="connsiteY12" fmla="*/ 1959212 h 2194089"/>
              <a:gd name="connsiteX13" fmla="*/ 2735999 w 9935999"/>
              <a:gd name="connsiteY13" fmla="*/ 1959212 h 2194089"/>
              <a:gd name="connsiteX14" fmla="*/ 2735999 w 9935999"/>
              <a:gd name="connsiteY14" fmla="*/ 2013212 h 2194089"/>
              <a:gd name="connsiteX15" fmla="*/ 0 w 9935999"/>
              <a:gd name="connsiteY15" fmla="*/ 2013212 h 2194089"/>
              <a:gd name="connsiteX16" fmla="*/ 7199999 w 9935999"/>
              <a:gd name="connsiteY16" fmla="*/ 1742335 h 2194089"/>
              <a:gd name="connsiteX17" fmla="*/ 9935999 w 9935999"/>
              <a:gd name="connsiteY17" fmla="*/ 1742335 h 2194089"/>
              <a:gd name="connsiteX18" fmla="*/ 9935999 w 9935999"/>
              <a:gd name="connsiteY18" fmla="*/ 1814335 h 2194089"/>
              <a:gd name="connsiteX19" fmla="*/ 7199999 w 9935999"/>
              <a:gd name="connsiteY19" fmla="*/ 1814335 h 2194089"/>
              <a:gd name="connsiteX20" fmla="*/ 0 w 9935999"/>
              <a:gd name="connsiteY20" fmla="*/ 1742335 h 2194089"/>
              <a:gd name="connsiteX21" fmla="*/ 2735999 w 9935999"/>
              <a:gd name="connsiteY21" fmla="*/ 1742335 h 2194089"/>
              <a:gd name="connsiteX22" fmla="*/ 2735999 w 9935999"/>
              <a:gd name="connsiteY22" fmla="*/ 1814335 h 2194089"/>
              <a:gd name="connsiteX23" fmla="*/ 0 w 9935999"/>
              <a:gd name="connsiteY23" fmla="*/ 1814335 h 2194089"/>
              <a:gd name="connsiteX24" fmla="*/ 0 w 9935999"/>
              <a:gd name="connsiteY24" fmla="*/ 0 h 2194089"/>
              <a:gd name="connsiteX25" fmla="*/ 9935999 w 9935999"/>
              <a:gd name="connsiteY25" fmla="*/ 0 h 2194089"/>
              <a:gd name="connsiteX26" fmla="*/ 9935999 w 9935999"/>
              <a:gd name="connsiteY26" fmla="*/ 72000 h 2194089"/>
              <a:gd name="connsiteX27" fmla="*/ 0 w 9935999"/>
              <a:gd name="connsiteY27" fmla="*/ 72000 h 219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35999" h="2194089">
                <a:moveTo>
                  <a:pt x="7199999" y="2158089"/>
                </a:moveTo>
                <a:lnTo>
                  <a:pt x="9935999" y="2158089"/>
                </a:lnTo>
                <a:lnTo>
                  <a:pt x="9935999" y="2194089"/>
                </a:lnTo>
                <a:lnTo>
                  <a:pt x="7199999" y="2194089"/>
                </a:lnTo>
                <a:close/>
                <a:moveTo>
                  <a:pt x="0" y="2158089"/>
                </a:moveTo>
                <a:lnTo>
                  <a:pt x="2735999" y="2158089"/>
                </a:lnTo>
                <a:lnTo>
                  <a:pt x="2735999" y="2194089"/>
                </a:lnTo>
                <a:lnTo>
                  <a:pt x="0" y="2194089"/>
                </a:lnTo>
                <a:close/>
                <a:moveTo>
                  <a:pt x="7199999" y="1959212"/>
                </a:moveTo>
                <a:lnTo>
                  <a:pt x="9935999" y="1959212"/>
                </a:lnTo>
                <a:lnTo>
                  <a:pt x="9935999" y="2013212"/>
                </a:lnTo>
                <a:lnTo>
                  <a:pt x="7199999" y="2013212"/>
                </a:lnTo>
                <a:close/>
                <a:moveTo>
                  <a:pt x="0" y="1959212"/>
                </a:moveTo>
                <a:lnTo>
                  <a:pt x="2735999" y="1959212"/>
                </a:lnTo>
                <a:lnTo>
                  <a:pt x="2735999" y="2013212"/>
                </a:lnTo>
                <a:lnTo>
                  <a:pt x="0" y="2013212"/>
                </a:lnTo>
                <a:close/>
                <a:moveTo>
                  <a:pt x="7199999" y="1742335"/>
                </a:moveTo>
                <a:lnTo>
                  <a:pt x="9935999" y="1742335"/>
                </a:lnTo>
                <a:lnTo>
                  <a:pt x="9935999" y="1814335"/>
                </a:lnTo>
                <a:lnTo>
                  <a:pt x="7199999" y="1814335"/>
                </a:lnTo>
                <a:close/>
                <a:moveTo>
                  <a:pt x="0" y="1742335"/>
                </a:moveTo>
                <a:lnTo>
                  <a:pt x="2735999" y="1742335"/>
                </a:lnTo>
                <a:lnTo>
                  <a:pt x="2735999" y="1814335"/>
                </a:lnTo>
                <a:lnTo>
                  <a:pt x="0" y="1814335"/>
                </a:lnTo>
                <a:close/>
                <a:moveTo>
                  <a:pt x="0" y="0"/>
                </a:moveTo>
                <a:lnTo>
                  <a:pt x="9935999" y="0"/>
                </a:lnTo>
                <a:lnTo>
                  <a:pt x="9935999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18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473" y="12446000"/>
            <a:ext cx="13331527" cy="889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A408-237F-4430-903D-49994B8E1677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BF857FE-9EDF-40AC-A282-858EC0C2C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3335000" cy="12460000"/>
          </a:xfrm>
        </p:spPr>
        <p:txBody>
          <a:bodyPr anchor="ctr" anchorCtr="0">
            <a:normAutofit/>
          </a:bodyPr>
          <a:lstStyle>
            <a:lvl1pPr algn="ctr">
              <a:defRPr sz="17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3335000" cy="2521044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720000" tIns="108000" anchor="ctr" anchorCtr="0">
            <a:normAutofit/>
          </a:bodyPr>
          <a:lstStyle>
            <a:lvl1pPr>
              <a:defRPr sz="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349DBD-05C9-497A-BAB7-08CE307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139" y="3524810"/>
            <a:ext cx="5418611" cy="72881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F227ADD-898B-46CB-92A8-AC4962D20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9267" y="3524809"/>
            <a:ext cx="5418611" cy="728815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57" y="2495533"/>
            <a:ext cx="1333631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38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ictur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473" y="12446000"/>
            <a:ext cx="13331527" cy="889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C8CE4-6594-4434-AA7B-C5DDAFBE02A0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BF857FE-9EDF-40AC-A282-858EC0C2C6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3335000" cy="12460000"/>
          </a:xfrm>
        </p:spPr>
        <p:txBody>
          <a:bodyPr anchor="ctr" anchorCtr="0">
            <a:normAutofit/>
          </a:bodyPr>
          <a:lstStyle>
            <a:lvl1pPr algn="ctr">
              <a:defRPr sz="17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BBD3378-DD0B-4070-88AA-07DEEA1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3335000" cy="2521044"/>
          </a:xfr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lIns="684000" tIns="108000" anchor="ctr" anchorCtr="0">
            <a:normAutofit/>
          </a:bodyPr>
          <a:lstStyle>
            <a:lvl1pPr>
              <a:defRPr sz="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349DBD-05C9-497A-BAB7-08CE307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8105" y="3524809"/>
            <a:ext cx="11927844" cy="79497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0AF26B-41C3-4BBB-A8E9-8EAB965C6D7A}"/>
              </a:ext>
            </a:extLst>
          </p:cNvPr>
          <p:cNvCxnSpPr/>
          <p:nvPr userDrawn="1"/>
        </p:nvCxnSpPr>
        <p:spPr>
          <a:xfrm>
            <a:off x="-657" y="2495533"/>
            <a:ext cx="1333631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74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1354EEE-2DC5-4D1B-9807-25660421A0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3335000" cy="13035581"/>
          </a:xfrm>
        </p:spPr>
        <p:txBody>
          <a:bodyPr rIns="396000" anchor="ctr"/>
          <a:lstStyle>
            <a:lvl1pPr marL="0" indent="0" algn="r">
              <a:buNone/>
              <a:defRPr i="1"/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18A6D-2D01-4E48-A214-E027E1DF2926}"/>
              </a:ext>
            </a:extLst>
          </p:cNvPr>
          <p:cNvSpPr/>
          <p:nvPr userDrawn="1"/>
        </p:nvSpPr>
        <p:spPr>
          <a:xfrm>
            <a:off x="-1" y="13035867"/>
            <a:ext cx="13334999" cy="299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6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3A6A3E-8350-4459-B8CC-EAD99A470244}"/>
              </a:ext>
            </a:extLst>
          </p:cNvPr>
          <p:cNvSpPr/>
          <p:nvPr userDrawn="1"/>
        </p:nvSpPr>
        <p:spPr>
          <a:xfrm>
            <a:off x="0" y="12736734"/>
            <a:ext cx="13335000" cy="299133"/>
          </a:xfrm>
          <a:prstGeom prst="rect">
            <a:avLst/>
          </a:prstGeom>
          <a:gradFill flip="none" rotWithShape="1">
            <a:gsLst>
              <a:gs pos="40000">
                <a:schemeClr val="bg1">
                  <a:alpha val="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6" noProof="0" dirty="0"/>
          </a:p>
        </p:txBody>
      </p:sp>
      <p:sp>
        <p:nvSpPr>
          <p:cNvPr id="10" name="Rectangle 9" title="Overlay Graphic">
            <a:extLst>
              <a:ext uri="{FF2B5EF4-FFF2-40B4-BE49-F238E27FC236}">
                <a16:creationId xmlns:a16="http://schemas.microsoft.com/office/drawing/2014/main" id="{116BA484-94A7-491B-8880-A549E58F3024}"/>
              </a:ext>
            </a:extLst>
          </p:cNvPr>
          <p:cNvSpPr/>
          <p:nvPr userDrawn="1"/>
        </p:nvSpPr>
        <p:spPr bwMode="ltGray">
          <a:xfrm>
            <a:off x="482700" y="7577827"/>
            <a:ext cx="6428226" cy="556733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6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0065" y="7598612"/>
            <a:ext cx="5652308" cy="2980540"/>
          </a:xfrm>
        </p:spPr>
        <p:txBody>
          <a:bodyPr anchor="b"/>
          <a:lstStyle>
            <a:lvl1pPr marL="0" algn="r" defTabSz="10001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4922" b="1" kern="1200" cap="all" spc="-164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Presentation cover option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229" y="10673229"/>
            <a:ext cx="5652308" cy="1344906"/>
          </a:xfrm>
        </p:spPr>
        <p:txBody>
          <a:bodyPr/>
          <a:lstStyle>
            <a:lvl1pPr marL="0" indent="0" algn="r">
              <a:buNone/>
              <a:defRPr lang="en-ZA" sz="1969" kern="1200" cap="all" baseline="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00085" indent="0" algn="ctr">
              <a:buNone/>
              <a:defRPr sz="2188"/>
            </a:lvl2pPr>
            <a:lvl3pPr marL="1000171" indent="0" algn="ctr">
              <a:buNone/>
              <a:defRPr sz="1969"/>
            </a:lvl3pPr>
            <a:lvl4pPr marL="1500256" indent="0" algn="ctr">
              <a:buNone/>
              <a:defRPr sz="1750"/>
            </a:lvl4pPr>
            <a:lvl5pPr marL="2000341" indent="0" algn="ctr">
              <a:buNone/>
              <a:defRPr sz="1750"/>
            </a:lvl5pPr>
            <a:lvl6pPr marL="2500427" indent="0" algn="ctr">
              <a:buNone/>
              <a:defRPr sz="1750"/>
            </a:lvl6pPr>
            <a:lvl7pPr marL="3000512" indent="0" algn="ctr">
              <a:buNone/>
              <a:defRPr sz="1750"/>
            </a:lvl7pPr>
            <a:lvl8pPr marL="3500598" indent="0" algn="ctr">
              <a:buNone/>
              <a:defRPr sz="1750"/>
            </a:lvl8pPr>
            <a:lvl9pPr marL="4000683" indent="0" algn="ctr">
              <a:buNone/>
              <a:defRPr sz="175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9" name="Rectangle 8" title="Overlay Graphic">
            <a:extLst>
              <a:ext uri="{FF2B5EF4-FFF2-40B4-BE49-F238E27FC236}">
                <a16:creationId xmlns:a16="http://schemas.microsoft.com/office/drawing/2014/main" id="{C7502B15-7A29-47F1-B4E2-978F0C462B12}"/>
              </a:ext>
            </a:extLst>
          </p:cNvPr>
          <p:cNvSpPr/>
          <p:nvPr userDrawn="1"/>
        </p:nvSpPr>
        <p:spPr bwMode="ltGray">
          <a:xfrm>
            <a:off x="482699" y="409239"/>
            <a:ext cx="6428215" cy="7184300"/>
          </a:xfrm>
          <a:prstGeom prst="rect">
            <a:avLst/>
          </a:prstGeom>
          <a:solidFill>
            <a:schemeClr val="tx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56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8196B-825A-4D0A-BFD3-FE474A8D02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020" y="1129144"/>
            <a:ext cx="1473123" cy="101043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788227-A423-4EF0-AD07-12996A738B02}"/>
              </a:ext>
            </a:extLst>
          </p:cNvPr>
          <p:cNvCxnSpPr>
            <a:cxnSpLocks/>
          </p:cNvCxnSpPr>
          <p:nvPr userDrawn="1"/>
        </p:nvCxnSpPr>
        <p:spPr>
          <a:xfrm>
            <a:off x="6900507" y="409240"/>
            <a:ext cx="0" cy="12624798"/>
          </a:xfrm>
          <a:prstGeom prst="line">
            <a:avLst/>
          </a:prstGeom>
          <a:ln w="3175">
            <a:solidFill>
              <a:schemeClr val="bg1">
                <a:lumMod val="9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A9D355-57CC-4CE6-BAD3-D2C3735E3850}"/>
              </a:ext>
            </a:extLst>
          </p:cNvPr>
          <p:cNvCxnSpPr>
            <a:cxnSpLocks/>
          </p:cNvCxnSpPr>
          <p:nvPr userDrawn="1"/>
        </p:nvCxnSpPr>
        <p:spPr>
          <a:xfrm>
            <a:off x="482699" y="409240"/>
            <a:ext cx="0" cy="12624798"/>
          </a:xfrm>
          <a:prstGeom prst="line">
            <a:avLst/>
          </a:prstGeom>
          <a:ln w="3175">
            <a:solidFill>
              <a:schemeClr val="bg1">
                <a:lumMod val="9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 descr="Cover Title Graphic (Move me around)">
            <a:extLst>
              <a:ext uri="{FF2B5EF4-FFF2-40B4-BE49-F238E27FC236}">
                <a16:creationId xmlns:a16="http://schemas.microsoft.com/office/drawing/2014/main" id="{22DB2211-43FB-4DED-A78D-B675BA45FB49}"/>
              </a:ext>
            </a:extLst>
          </p:cNvPr>
          <p:cNvSpPr/>
          <p:nvPr userDrawn="1"/>
        </p:nvSpPr>
        <p:spPr>
          <a:xfrm>
            <a:off x="2344058" y="2020268"/>
            <a:ext cx="437302" cy="789643"/>
          </a:xfrm>
          <a:prstGeom prst="ellipse">
            <a:avLst/>
          </a:prstGeom>
          <a:noFill/>
          <a:ln w="3175">
            <a:solidFill>
              <a:schemeClr val="bg1"/>
            </a:solidFill>
          </a:ln>
          <a:effectLst>
            <a:glow rad="114300">
              <a:schemeClr val="bg1">
                <a:alpha val="1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13" tIns="50006" rIns="100013" bIns="50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56" noProof="0" dirty="0"/>
          </a:p>
        </p:txBody>
      </p:sp>
      <p:grpSp>
        <p:nvGrpSpPr>
          <p:cNvPr id="21" name="Group 20" descr="Cover Title Graphic (Move me around)">
            <a:extLst>
              <a:ext uri="{FF2B5EF4-FFF2-40B4-BE49-F238E27FC236}">
                <a16:creationId xmlns:a16="http://schemas.microsoft.com/office/drawing/2014/main" id="{AD95DECB-9715-4C50-BF9D-619FD8182B17}"/>
              </a:ext>
            </a:extLst>
          </p:cNvPr>
          <p:cNvGrpSpPr/>
          <p:nvPr userDrawn="1"/>
        </p:nvGrpSpPr>
        <p:grpSpPr>
          <a:xfrm>
            <a:off x="4104585" y="5156902"/>
            <a:ext cx="1118394" cy="1988257"/>
            <a:chOff x="3775686" y="2602347"/>
            <a:chExt cx="1022532" cy="1022532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44883B-F11E-41B5-9FEB-ED560A239A0E}"/>
                </a:ext>
              </a:extLst>
            </p:cNvPr>
            <p:cNvSpPr/>
            <p:nvPr/>
          </p:nvSpPr>
          <p:spPr>
            <a:xfrm>
              <a:off x="3775686" y="2602347"/>
              <a:ext cx="1022532" cy="1022532"/>
            </a:xfrm>
            <a:prstGeom prst="ellipse">
              <a:avLst/>
            </a:prstGeom>
            <a:noFill/>
            <a:ln w="3175">
              <a:solidFill>
                <a:schemeClr val="bg1"/>
              </a:solidFill>
            </a:ln>
            <a:effectLst>
              <a:glow rad="165100">
                <a:schemeClr val="bg1">
                  <a:alpha val="9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56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0712D12-C314-4A6A-9003-E94F4CC995C4}"/>
                </a:ext>
              </a:extLst>
            </p:cNvPr>
            <p:cNvSpPr/>
            <p:nvPr/>
          </p:nvSpPr>
          <p:spPr>
            <a:xfrm>
              <a:off x="4257769" y="3084430"/>
              <a:ext cx="58366" cy="58366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70000">
                  <a:schemeClr val="accent2">
                    <a:lumMod val="20000"/>
                    <a:lumOff val="80000"/>
                  </a:schemeClr>
                </a:gs>
                <a:gs pos="65000">
                  <a:srgbClr val="F7FF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 rad="165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56" noProof="0" dirty="0"/>
            </a:p>
          </p:txBody>
        </p:sp>
      </p:grpSp>
      <p:grpSp>
        <p:nvGrpSpPr>
          <p:cNvPr id="26" name="Group 25" descr="Cover Title Graphic (Rotate me)">
            <a:extLst>
              <a:ext uri="{FF2B5EF4-FFF2-40B4-BE49-F238E27FC236}">
                <a16:creationId xmlns:a16="http://schemas.microsoft.com/office/drawing/2014/main" id="{4CDDFE0A-CF92-4F5D-9A01-CDE02D1D5B61}"/>
              </a:ext>
            </a:extLst>
          </p:cNvPr>
          <p:cNvGrpSpPr/>
          <p:nvPr userDrawn="1"/>
        </p:nvGrpSpPr>
        <p:grpSpPr>
          <a:xfrm>
            <a:off x="2135157" y="1620736"/>
            <a:ext cx="2929778" cy="5290338"/>
            <a:chOff x="1952144" y="833521"/>
            <a:chExt cx="2678654" cy="272074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E218AD4-04AC-496E-81D4-3E9AB3797536}"/>
                </a:ext>
              </a:extLst>
            </p:cNvPr>
            <p:cNvSpPr/>
            <p:nvPr/>
          </p:nvSpPr>
          <p:spPr>
            <a:xfrm>
              <a:off x="1952144" y="833521"/>
              <a:ext cx="2678654" cy="2720745"/>
            </a:xfrm>
            <a:prstGeom prst="ellipse">
              <a:avLst/>
            </a:prstGeom>
            <a:noFill/>
            <a:ln w="111125">
              <a:solidFill>
                <a:schemeClr val="bg1">
                  <a:alpha val="6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56" noProof="0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4E3872F-2849-4F1E-AA5C-000A13FFE98A}"/>
                </a:ext>
              </a:extLst>
            </p:cNvPr>
            <p:cNvCxnSpPr>
              <a:cxnSpLocks/>
            </p:cNvCxnSpPr>
            <p:nvPr/>
          </p:nvCxnSpPr>
          <p:spPr>
            <a:xfrm>
              <a:off x="2125238" y="1027660"/>
              <a:ext cx="2332466" cy="2332466"/>
            </a:xfrm>
            <a:prstGeom prst="line">
              <a:avLst/>
            </a:prstGeom>
            <a:ln>
              <a:solidFill>
                <a:schemeClr val="bg2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03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752513CB-F9FD-46D2-9CE8-C79334FC0E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00" y="313500"/>
            <a:ext cx="12708000" cy="12708000"/>
          </a:xfrm>
          <a:gradFill flip="none" rotWithShape="1">
            <a:gsLst>
              <a:gs pos="100000">
                <a:schemeClr val="accent1"/>
              </a:gs>
              <a:gs pos="0">
                <a:schemeClr val="accent2"/>
              </a:gs>
            </a:gsLst>
            <a:lin ang="5400000" scaled="1"/>
            <a:tileRect/>
          </a:gra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C3D01-DCDE-4990-A071-F6A28B2693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19500" y="4206900"/>
            <a:ext cx="4896000" cy="4644000"/>
          </a:xfrm>
          <a:solidFill>
            <a:schemeClr val="accent2">
              <a:alpha val="50000"/>
            </a:schemeClr>
          </a:solidFill>
          <a:ln w="254000" cap="sq">
            <a:solidFill>
              <a:schemeClr val="bg1"/>
            </a:solidFill>
            <a:miter lim="800000"/>
          </a:ln>
        </p:spPr>
        <p:txBody>
          <a:bodyPr tIns="360000" anchor="ctr" anchorCtr="0">
            <a:noAutofit/>
          </a:bodyPr>
          <a:lstStyle>
            <a:lvl1pPr algn="ctr">
              <a:lnSpc>
                <a:spcPct val="75000"/>
              </a:lnSpc>
              <a:defRPr sz="17600" b="0" spc="300">
                <a:ln w="127000"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  <a:cs typeface="Dubai" panose="020B0503030403030204" pitchFamily="34" charset="-78"/>
              </a:defRPr>
            </a:lvl1pPr>
          </a:lstStyle>
          <a:p>
            <a:r>
              <a:rPr lang="en-US" dirty="0"/>
              <a:t>RED</a:t>
            </a:r>
            <a:br>
              <a:rPr lang="en-US" dirty="0"/>
            </a:br>
            <a:r>
              <a:rPr lang="en-US" dirty="0"/>
              <a:t>SKY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C2AC8-0813-47F3-A927-52B66DBC0E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900" y="11838793"/>
            <a:ext cx="5173201" cy="7937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300" spc="200" baseline="0">
                <a:solidFill>
                  <a:schemeClr val="bg1">
                    <a:alpha val="70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TRANCE MIX VOL.15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04371-5B4E-42CC-AB31-866BB5C262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93500" y="8982852"/>
            <a:ext cx="5148000" cy="2376000"/>
          </a:xfrm>
          <a:solidFill>
            <a:schemeClr val="accent1">
              <a:alpha val="7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lnSpc>
                <a:spcPct val="85000"/>
              </a:lnSpc>
              <a:buNone/>
              <a:defRPr lang="en-US" sz="7000" b="0" kern="1200" dirty="0">
                <a:ln>
                  <a:noFill/>
                </a:ln>
                <a:solidFill>
                  <a:schemeClr val="bg1"/>
                </a:solidFill>
                <a:latin typeface="+mn-lt"/>
                <a:ea typeface="+mj-ea"/>
                <a:cs typeface="Dubai" panose="020B0503030403030204" pitchFamily="34" charset="-78"/>
              </a:defRPr>
            </a:lvl1pPr>
          </a:lstStyle>
          <a:p>
            <a:pPr lvl="0"/>
            <a:r>
              <a:rPr lang="en-US" dirty="0"/>
              <a:t>ALLAN</a:t>
            </a:r>
          </a:p>
          <a:p>
            <a:pPr lvl="0"/>
            <a:r>
              <a:rPr lang="en-US" dirty="0"/>
              <a:t>MATTSON</a:t>
            </a:r>
          </a:p>
        </p:txBody>
      </p:sp>
    </p:spTree>
    <p:extLst>
      <p:ext uri="{BB962C8B-B14F-4D97-AF65-F5344CB8AC3E}">
        <p14:creationId xmlns:p14="http://schemas.microsoft.com/office/powerpoint/2010/main" val="207766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53FDC-11C8-499F-9B70-DBAFA9D0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709613"/>
            <a:ext cx="11501438" cy="2578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152B5-1456-4AA8-93A8-03E9B3B37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3549650"/>
            <a:ext cx="11501438" cy="846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1E3D4-18F2-456B-A9B3-EA83F0C04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7575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8053F-1517-4C06-AF10-2CA4AF32152F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8E8DC-C9B3-4C32-B470-D5CA67403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18013" y="12360275"/>
            <a:ext cx="4500562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34E16-5262-465C-83B1-539B63A11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8638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D2624-8CF8-4028-BA91-F64033D236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98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5048DD-D009-4AE5-9AE7-7AE376939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709613"/>
            <a:ext cx="11501438" cy="2578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BE9FB-3185-4397-89CD-9AD008BF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3549650"/>
            <a:ext cx="11501438" cy="846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F29EB-2BFA-454B-9782-D1C4B4879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7575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289C3-020B-4FB4-9759-A28A09EC9ED8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0B36-97B6-4EC5-8E54-6FCFAD755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18013" y="12360275"/>
            <a:ext cx="4500562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CBFC1-0E27-445E-99B8-AF300357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8638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719E-F16E-4BB5-B3FF-D4CB4F7F6D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70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862C0-F0AA-4C71-997B-96A216F6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709613"/>
            <a:ext cx="11501438" cy="2578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1A8A5-0880-4E7E-8D00-12BACEECD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3549650"/>
            <a:ext cx="11501438" cy="846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979FB-FEC1-4DBA-A5B0-261AB77A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7575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0A164-A1ED-485C-8B0A-2EFE7427173C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481BC-FDF4-45B6-8161-6E122071D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18013" y="12360275"/>
            <a:ext cx="4500562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13653-2B5D-4375-8234-81792082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8638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2F55E-3C32-4C33-8E71-11101DF101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7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9" r:id="rId2"/>
    <p:sldLayoutId id="214748366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95547-E02B-45BD-A5DC-1F0B6DBA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709613"/>
            <a:ext cx="11501438" cy="2578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19A61-71E9-4DA6-A8B0-F2A7A5D3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3549650"/>
            <a:ext cx="11501438" cy="846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CB7B3-ADC4-4829-842B-F99C38770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7575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D4648-623A-434F-9E81-9D3E635AC7A6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882B7-AB28-468D-848E-3123EC4DF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18013" y="12360275"/>
            <a:ext cx="4500562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7FB58-6D2E-4040-B1A2-57BD08FAA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8638" y="12360275"/>
            <a:ext cx="3000375" cy="70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B4140-AF60-4F80-B0D0-5F749725F5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09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backgrund">
            <a:extLst>
              <a:ext uri="{FF2B5EF4-FFF2-40B4-BE49-F238E27FC236}">
                <a16:creationId xmlns:a16="http://schemas.microsoft.com/office/drawing/2014/main" id="{F2C797FB-CDD2-4F6D-B37C-D6A542F3B2C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335000" cy="13335000"/>
          </a:xfr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F15E09F6-E32B-46A8-8065-9A3FB0BC2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4683"/>
            <a:ext cx="12307824" cy="4268835"/>
          </a:xfrm>
        </p:spPr>
        <p:txBody>
          <a:bodyPr/>
          <a:lstStyle/>
          <a:p>
            <a:r>
              <a:rPr lang="en-US" sz="4400" dirty="0"/>
              <a:t>Submitted To :</a:t>
            </a:r>
          </a:p>
          <a:p>
            <a:r>
              <a:rPr lang="en-US" sz="4400" dirty="0"/>
              <a:t>Name : Dr. Md. Nawab Yousuf Ali</a:t>
            </a:r>
          </a:p>
          <a:p>
            <a:r>
              <a:rPr lang="en-US" sz="4400" dirty="0"/>
              <a:t>Designation : Professor                          Department of CSE</a:t>
            </a:r>
          </a:p>
          <a:p>
            <a:r>
              <a:rPr lang="en-US" sz="4400" dirty="0"/>
              <a:t>East West University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D9D0B-780C-4519-B680-33EC335352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9066164"/>
            <a:ext cx="12109704" cy="4268836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sz="4400" b="1" dirty="0"/>
              <a:t>Submitted By</a:t>
            </a:r>
            <a:r>
              <a:rPr lang="en-US" sz="4400" dirty="0"/>
              <a:t> :</a:t>
            </a:r>
          </a:p>
          <a:p>
            <a:r>
              <a:rPr lang="en-US" sz="4400" b="1" dirty="0"/>
              <a:t>Name :</a:t>
            </a:r>
            <a:r>
              <a:rPr lang="en-US" sz="4400" dirty="0"/>
              <a:t>  Jannat Milky </a:t>
            </a:r>
          </a:p>
          <a:p>
            <a:r>
              <a:rPr lang="en-US" sz="4400" b="1" dirty="0"/>
              <a:t>Id:</a:t>
            </a:r>
            <a:r>
              <a:rPr lang="en-US" sz="4400" dirty="0"/>
              <a:t> 2023-1-60-042</a:t>
            </a:r>
          </a:p>
          <a:p>
            <a:r>
              <a:rPr lang="en-US" sz="4400" b="1" dirty="0"/>
              <a:t>               Name :</a:t>
            </a:r>
            <a:r>
              <a:rPr lang="en-US" sz="4400" dirty="0"/>
              <a:t> Jasmin </a:t>
            </a:r>
            <a:r>
              <a:rPr lang="en-US" sz="4400" dirty="0" err="1"/>
              <a:t>Akter</a:t>
            </a:r>
            <a:endParaRPr lang="en-US" sz="4400" dirty="0"/>
          </a:p>
          <a:p>
            <a:r>
              <a:rPr lang="en-US" sz="4400" b="1" dirty="0"/>
              <a:t>Id:</a:t>
            </a:r>
            <a:r>
              <a:rPr lang="en-US" sz="4400" dirty="0"/>
              <a:t> 2023-1-60-258</a:t>
            </a:r>
          </a:p>
          <a:p>
            <a:r>
              <a:rPr lang="en-US" sz="4400" b="1" dirty="0"/>
              <a:t>       Name :</a:t>
            </a:r>
            <a:r>
              <a:rPr lang="en-US" sz="4400" dirty="0"/>
              <a:t> </a:t>
            </a:r>
            <a:r>
              <a:rPr lang="en-US" sz="4400" dirty="0" err="1"/>
              <a:t>Mahfuz</a:t>
            </a:r>
            <a:r>
              <a:rPr lang="en-US" sz="4400" dirty="0"/>
              <a:t> Uddin Ahmed </a:t>
            </a:r>
          </a:p>
          <a:p>
            <a:r>
              <a:rPr lang="en-US" sz="4400" b="1" dirty="0"/>
              <a:t>                  Id</a:t>
            </a:r>
            <a:r>
              <a:rPr lang="en-US" sz="4400" dirty="0"/>
              <a:t>: 2023-1-60-207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4FFE09-55AA-45F6-83B4-7DFE13B69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75477"/>
            <a:ext cx="13334400" cy="3818129"/>
          </a:xfrm>
        </p:spPr>
        <p:txBody>
          <a:bodyPr/>
          <a:lstStyle/>
          <a:p>
            <a:br>
              <a:rPr lang="en-US" sz="12000" dirty="0">
                <a:latin typeface="+mn-lt"/>
              </a:rPr>
            </a:br>
            <a:r>
              <a:rPr lang="en-US" sz="1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Ted Stories </a:t>
            </a:r>
            <a:br>
              <a:rPr lang="en-US" sz="12000" dirty="0">
                <a:solidFill>
                  <a:schemeClr val="accent6">
                    <a:lumMod val="75000"/>
                  </a:schemeClr>
                </a:solidFill>
                <a:latin typeface="+mn-lt"/>
              </a:rPr>
            </a:b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An Event Planning Company</a:t>
            </a:r>
            <a:br>
              <a:rPr lang="en-US" sz="4400" dirty="0">
                <a:latin typeface="+mn-lt"/>
              </a:rPr>
            </a:br>
            <a:r>
              <a:rPr lang="en-US" dirty="0">
                <a:latin typeface="+mn-lt"/>
              </a:rPr>
              <a:t>                                                         </a:t>
            </a:r>
            <a:br>
              <a:rPr lang="en-US" sz="4400" dirty="0">
                <a:latin typeface="+mn-lt"/>
              </a:rPr>
            </a:br>
            <a:endParaRPr lang="en-US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892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person using a computer">
            <a:extLst>
              <a:ext uri="{FF2B5EF4-FFF2-40B4-BE49-F238E27FC236}">
                <a16:creationId xmlns:a16="http://schemas.microsoft.com/office/drawing/2014/main" id="{1FE05F69-81FE-41EC-874F-C9DA7048A5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9" y="2917031"/>
            <a:ext cx="13330163" cy="7008750"/>
          </a:xfr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B78239-2280-4550-A468-F95E9029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6F458A5-2AF5-4290-8A07-8B68C223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Introduction</a:t>
            </a:r>
            <a:endParaRPr lang="ru-RU" sz="7200" dirty="0"/>
          </a:p>
        </p:txBody>
      </p:sp>
      <p:pic>
        <p:nvPicPr>
          <p:cNvPr id="1026" name="Picture 2" descr="The 5 C's of event planning | Europa ...">
            <a:extLst>
              <a:ext uri="{FF2B5EF4-FFF2-40B4-BE49-F238E27FC236}">
                <a16:creationId xmlns:a16="http://schemas.microsoft.com/office/drawing/2014/main" id="{C799FBE0-BA7E-40F2-8345-18F2D53B570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750" y="3657600"/>
            <a:ext cx="6807586" cy="568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1F86A0-2140-4334-A6F6-DCD6739A8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4664" y="3510534"/>
            <a:ext cx="5418611" cy="6035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+mj-lt"/>
              </a:rPr>
              <a:t>The project "Ted's Stories" – An Event Planning Company is inspired by Ted Mosby, the romantic architect from </a:t>
            </a:r>
            <a:r>
              <a:rPr lang="en-US" sz="3200" i="1" dirty="0">
                <a:latin typeface="+mj-lt"/>
              </a:rPr>
              <a:t>How I Met Your Mother</a:t>
            </a:r>
            <a:r>
              <a:rPr lang="en-US" sz="3200" dirty="0">
                <a:latin typeface="+mj-lt"/>
              </a:rPr>
              <a:t>. It models an event planning company where multiple planners collaborate to organize weddings and proposals while managing limited resources and spontaneous brainstorming sessions.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9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85A5E9B-D7D0-49AF-9DFB-FFCB382E7E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8" y="0"/>
            <a:ext cx="13335000" cy="12460000"/>
          </a:xfrm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E84545-3067-4684-8C61-E2190FDD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3335000" cy="2521044"/>
          </a:xfrm>
          <a:solidFill>
            <a:schemeClr val="tx1">
              <a:lumMod val="50000"/>
              <a:lumOff val="50000"/>
              <a:alpha val="50000"/>
            </a:schemeClr>
          </a:solidFill>
        </p:spPr>
        <p:txBody>
          <a:bodyPr/>
          <a:lstStyle/>
          <a:p>
            <a:r>
              <a:rPr lang="en-US" sz="7200" dirty="0"/>
              <a:t>Problem Statement: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070EA-4291-40E3-8E6C-CC7431206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472" y="2521045"/>
            <a:ext cx="5303521" cy="9938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5400" b="1" dirty="0"/>
          </a:p>
          <a:p>
            <a:pPr marL="0" indent="0">
              <a:buNone/>
            </a:pPr>
            <a:r>
              <a:rPr lang="en-US" sz="5400" dirty="0">
                <a:latin typeface="+mj-lt"/>
              </a:rPr>
              <a:t>Ted's Stories must handle:</a:t>
            </a:r>
          </a:p>
          <a:p>
            <a:r>
              <a:rPr lang="en-US" sz="4000" dirty="0">
                <a:latin typeface="+mj-lt"/>
              </a:rPr>
              <a:t>Multiple Concurrent events</a:t>
            </a: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r>
              <a:rPr lang="en-US" sz="4000" dirty="0">
                <a:latin typeface="+mj-lt"/>
              </a:rPr>
              <a:t>Limited planners</a:t>
            </a:r>
          </a:p>
          <a:p>
            <a:endParaRPr lang="en-US" sz="4000" dirty="0">
              <a:latin typeface="+mj-lt"/>
            </a:endParaRPr>
          </a:p>
          <a:p>
            <a:r>
              <a:rPr lang="en-US" sz="4000" dirty="0">
                <a:latin typeface="+mj-lt"/>
              </a:rPr>
              <a:t>Shared resources</a:t>
            </a:r>
          </a:p>
          <a:p>
            <a:endParaRPr lang="en-US" sz="4000" dirty="0">
              <a:latin typeface="+mj-lt"/>
            </a:endParaRPr>
          </a:p>
          <a:p>
            <a:r>
              <a:rPr lang="en-US" sz="4000" dirty="0">
                <a:latin typeface="+mj-lt"/>
              </a:rPr>
              <a:t>Spontaneous idea sharing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 descr="Laptop screen with some code">
            <a:extLst>
              <a:ext uri="{FF2B5EF4-FFF2-40B4-BE49-F238E27FC236}">
                <a16:creationId xmlns:a16="http://schemas.microsoft.com/office/drawing/2014/main" id="{65B526EE-7C63-47DE-B2FE-4228E19B8A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2521046"/>
            <a:ext cx="7848601" cy="993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3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Man shows something on laptop">
            <a:extLst>
              <a:ext uri="{FF2B5EF4-FFF2-40B4-BE49-F238E27FC236}">
                <a16:creationId xmlns:a16="http://schemas.microsoft.com/office/drawing/2014/main" id="{22FB2237-B866-4C19-BF30-A9BFA8E15C0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418" y="2917030"/>
            <a:ext cx="13330163" cy="9719977"/>
          </a:xfr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9D203D7-52C0-41AB-9238-F69D5123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D2E63C-40F7-4CF4-BE57-F002221AABF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b="1" dirty="0"/>
              <a:t>Objectives</a:t>
            </a:r>
            <a:br>
              <a:rPr lang="en-US" sz="6600" b="1" dirty="0"/>
            </a:br>
            <a:endParaRPr lang="ru-RU" sz="6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17B3A-F74B-4C4D-837E-EF535894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970" y="3419856"/>
            <a:ext cx="11927844" cy="8211311"/>
          </a:xfrm>
        </p:spPr>
        <p:txBody>
          <a:bodyPr numCol="2" spcCol="540000"/>
          <a:lstStyle/>
          <a:p>
            <a:r>
              <a:rPr lang="en-US" sz="4800" dirty="0">
                <a:latin typeface="+mj-lt"/>
              </a:rPr>
              <a:t>Simulate concurrent event planning</a:t>
            </a:r>
          </a:p>
          <a:p>
            <a:endParaRPr lang="en-US" sz="4800" dirty="0">
              <a:latin typeface="+mj-lt"/>
            </a:endParaRPr>
          </a:p>
          <a:p>
            <a:r>
              <a:rPr lang="en-US" sz="4800" dirty="0">
                <a:latin typeface="+mj-lt"/>
              </a:rPr>
              <a:t>Manage shared resources</a:t>
            </a:r>
          </a:p>
          <a:p>
            <a:endParaRPr lang="en-US" sz="4800" dirty="0">
              <a:latin typeface="+mj-lt"/>
            </a:endParaRPr>
          </a:p>
          <a:p>
            <a:r>
              <a:rPr lang="en-US" sz="4800" dirty="0">
                <a:latin typeface="+mj-lt"/>
              </a:rPr>
              <a:t>Prevent deadlocks &amp; race conditions</a:t>
            </a:r>
          </a:p>
          <a:p>
            <a:endParaRPr lang="en-US" sz="4800" dirty="0">
              <a:latin typeface="+mj-lt"/>
            </a:endParaRPr>
          </a:p>
          <a:p>
            <a:r>
              <a:rPr lang="en-US" sz="4800" dirty="0">
                <a:latin typeface="+mj-lt"/>
              </a:rPr>
              <a:t>Log activities</a:t>
            </a:r>
          </a:p>
          <a:p>
            <a:pPr marL="0" indent="0">
              <a:spcBef>
                <a:spcPts val="1969"/>
              </a:spcBef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007568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D4CF6E-20CC-490B-A0C9-719DAC0FC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9EF3DFC-EE3C-402E-8574-C32F06ACCB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F24FDE-7DCA-4E9D-9EB6-A5B760C028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F0D767-D4E7-43EC-82FE-7C2BC5DAFA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EEDF289-C014-4FAF-9487-AB4FB3611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accent2"/>
          </a:solid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B89F181-CA5D-41A2-A5ED-737F97C1E4E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0"/>
            <a:ext cx="9546337" cy="133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7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0FFD002-CCAC-4397-B34D-1E95AF4190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3335000" cy="12460000"/>
          </a:xfrm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2B849D-D021-495B-9284-847B702745F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  <a:alpha val="50000"/>
            </a:schemeClr>
          </a:solidFill>
        </p:spPr>
        <p:txBody>
          <a:bodyPr/>
          <a:lstStyle/>
          <a:p>
            <a:r>
              <a:rPr lang="en-US" dirty="0"/>
              <a:t>. </a:t>
            </a:r>
            <a:r>
              <a:rPr lang="en-US" sz="7200" dirty="0"/>
              <a:t>Semaphore Operations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C373A71-F392-4C7E-8319-9CB277B3E7D1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union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semun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struct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semid_ds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*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buf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unsigned short *array;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void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sem_wait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sem_num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{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struct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sembuf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sb = {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sem_num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-1, 0};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semop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&amp;sb, 1);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void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sem_signal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sem_num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{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struct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sembuf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sb = {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sem_num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1, 0};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semop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&amp;sb, 1);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9D43E62-BD35-4B03-A35C-C6A431C377B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92347" y="3721622"/>
            <a:ext cx="647515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0: Planner slots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1–3: Resource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4: Idea-sharing mutex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of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sem_wait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sem_signal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7578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1797C1B-C186-497E-8C53-E537A25B6C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85E85A-FDD2-451F-8712-7BE1F181CC1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alpha val="50000"/>
            </a:schemeClr>
          </a:solidFill>
        </p:spPr>
        <p:txBody>
          <a:bodyPr/>
          <a:lstStyle/>
          <a:p>
            <a:r>
              <a:rPr lang="en-US" sz="7200" b="1" dirty="0"/>
              <a:t>Shared Data Structure</a:t>
            </a:r>
            <a:br>
              <a:rPr lang="en-US" b="1" dirty="0"/>
            </a:br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7DD85DF9-CA15-41C0-940A-8CA41407E9C3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xfrm>
            <a:off x="7439883" y="3846445"/>
            <a:ext cx="5418611" cy="72881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typedef struct {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char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log_buffer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[4096];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used_proposal_spots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[MAX_RESOURCES];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used_decorations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[MAX_RESOURCES];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used_av_equipment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[MAX_RESOURCES];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idea_in_progress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idea_counter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SharedData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C19F1C51-80C4-4720-93F9-53E45C69016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30616" y="4121898"/>
            <a:ext cx="677865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Buffers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Resource usage arrays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Idea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896913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0D689D8-717D-4BC0-BECD-E5BCC88A6A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4DF08A-8B49-43BF-8457-96E95160002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alpha val="50000"/>
            </a:schemeClr>
          </a:solidFill>
        </p:spPr>
        <p:txBody>
          <a:bodyPr/>
          <a:lstStyle/>
          <a:p>
            <a:r>
              <a:rPr lang="en-US" sz="7200" b="1" dirty="0"/>
              <a:t>Idea Sharing Mechanism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C188609F-1C38-43A6-AF3A-2137215CC4B7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void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share_idea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SharedData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*shared, int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int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planner_id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{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sem_wait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4);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shared-&gt;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idea_in_progress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1;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shared-&gt;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idea_counter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++;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sleep(1);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shared-&gt;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idea_in_progress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0;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sem_signal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4);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6258565-5E2E-4DF4-A391-3878C267C6C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14139" y="4768229"/>
            <a:ext cx="613530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Protected section for creative idea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sleep() and semaphore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87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5D55A76-D584-460F-9B02-B5BF819230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E01051-3FA5-40FC-95E8-EF916BE6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3335000" cy="2521044"/>
          </a:xfrm>
          <a:solidFill>
            <a:schemeClr val="accent5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Planner Process Workflow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C342193-CB56-4BFB-A256-21DD0F096479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void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planner_process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SharedData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*shared,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planner_id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{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while (1) {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sem_wait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0);  // Acquire planner slot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sem_wait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1);  // Proposal spots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sem_wait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2);  // Decorations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sem_wait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3);  // AV equipment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sleep(2 + rand() % 3);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sem_signal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1);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sem_signal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2);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sem_signal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3);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sem_signal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0);  // Release planner slot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}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B173E9F-548B-4441-A34E-7C70B47ACE3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14139" y="3121628"/>
            <a:ext cx="6062149" cy="8094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Acquire planner slot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Lock 3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(proposal, decoration, AV)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Plan event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50% chance of idea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Release in reverse</a:t>
            </a:r>
          </a:p>
        </p:txBody>
      </p:sp>
    </p:spTree>
    <p:extLst>
      <p:ext uri="{BB962C8B-B14F-4D97-AF65-F5344CB8AC3E}">
        <p14:creationId xmlns:p14="http://schemas.microsoft.com/office/powerpoint/2010/main" val="326093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F3E611-0B5B-491B-9B4A-ACFCFAC6CA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8FE91A-32E6-4E81-BF8E-DB8F6FED170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92D050">
              <a:alpha val="50000"/>
            </a:srgbClr>
          </a:solidFill>
        </p:spPr>
        <p:txBody>
          <a:bodyPr>
            <a:normAutofit/>
          </a:bodyPr>
          <a:lstStyle/>
          <a:p>
            <a:r>
              <a:rPr lang="en-US" sz="7200" dirty="0"/>
              <a:t>Logging System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DDA86FF3-3F6D-4F26-B537-FDBD7049AE11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solidFill>
            <a:srgbClr val="CAEE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void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write_log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SharedData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*shared, const char *msg) {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printf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("%s", msg);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strcat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(shared-&gt;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log_buffer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msg);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3FE90D-A238-4A61-9CE7-398F5F5BD41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14139" y="5506894"/>
            <a:ext cx="585336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Realtime 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Shared memory for persistent 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17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269AE4A-4E21-403B-AFFE-330953839A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391615-DA57-447D-93BA-80F2B2A850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Simulation Termination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76C9D4-5AF5-4AE2-A323-46B5757F610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14139" y="5429949"/>
            <a:ext cx="507459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Timeout &amp; cleanup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kill() planners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Free memory, semaphores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31C63BE-9646-48D1-9D8A-32D7C7F27B46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sleep(15);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 (int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0;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 MAX_PLANNERS; 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++) {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kill(planners[</a:t>
            </a:r>
            <a:r>
              <a:rPr lang="en-US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], SIGTERM);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14691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AF8F3E6-BBCF-496F-AABE-A7B1EA9028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9D16E4-9FFB-4728-A0C0-55069701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Main Function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C1ECB56-631F-4FFD-A1B9-D1ED32229AA7}"/>
              </a:ext>
            </a:extLst>
          </p:cNvPr>
          <p:cNvSpPr txBox="1">
            <a:spLocks noGrp="1" noChangeArrowheads="1"/>
          </p:cNvSpPr>
          <p:nvPr>
            <p:ph sz="half" idx="2"/>
          </p:nvPr>
        </p:nvSpPr>
        <p:spPr bwMode="auto">
          <a:xfrm>
            <a:off x="988777" y="3488233"/>
            <a:ext cx="11357446" cy="74845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b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 {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int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shmid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shmget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(IPC_PRIVATE,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sizeof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SharedData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IPC_CREAT | 0666);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SharedData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*shared =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SharedData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*)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shmat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shmid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NULL, 0);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semget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(IPC_PRIVATE, 5, IPC_CREAT | 0666);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for (int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MAX_PLANNERS;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++) {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planners[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= fork();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 (planners[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== 0) {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planner_process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(shared,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+ 1);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exit(0);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for (int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&lt;= MAX_EVENTS;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++) {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sem_signal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0);  // Release planner slot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sleep(1 + rand() % 2);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110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B8338F3-C016-46D9-B50A-5BCAF2B513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0B9912-2C1B-4288-BFDD-83522819C0A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AC15F-E620-4383-A0DD-81FBABBCC4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Image1">
            <a:extLst>
              <a:ext uri="{FF2B5EF4-FFF2-40B4-BE49-F238E27FC236}">
                <a16:creationId xmlns:a16="http://schemas.microsoft.com/office/drawing/2014/main" id="{01A1CF05-3736-4502-9ED4-AF72A9802BB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" y="2521046"/>
            <a:ext cx="13335000" cy="993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0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7CB95AB-6E81-4DFB-BAA5-60BAF6D0F0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919CF-42B5-4951-9D0A-02BE94F1F3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4F9D2-51DE-4E38-95A6-2C5C966D00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2F285-0CF3-4DF1-85A6-D84217C26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Image2">
            <a:extLst>
              <a:ext uri="{FF2B5EF4-FFF2-40B4-BE49-F238E27FC236}">
                <a16:creationId xmlns:a16="http://schemas.microsoft.com/office/drawing/2014/main" id="{A44A7DC6-BA8A-42CE-8EBB-F127D4F5F5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2521045"/>
            <a:ext cx="13334999" cy="993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56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C2AC1D4-E8E6-4011-AF3E-7E51B78477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C441D5-BA58-4088-9A80-FDBA3F58F4E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94D46-EBB3-4059-9A90-1723E154BD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592076-5392-4CD8-83D0-27822B577F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3">
            <a:extLst>
              <a:ext uri="{FF2B5EF4-FFF2-40B4-BE49-F238E27FC236}">
                <a16:creationId xmlns:a16="http://schemas.microsoft.com/office/drawing/2014/main" id="{FEA50FCE-45AA-442C-B49B-471829BC5E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2521045"/>
            <a:ext cx="13335000" cy="993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88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073D08C-C3B5-46CB-9127-3671A505D0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0A479F-A593-46B0-9E9F-A16A1AF1FCF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Output</a:t>
            </a:r>
            <a:endParaRPr lang="en-US" sz="72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813D77-BF98-4E1D-9955-385FA33670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4">
            <a:extLst>
              <a:ext uri="{FF2B5EF4-FFF2-40B4-BE49-F238E27FC236}">
                <a16:creationId xmlns:a16="http://schemas.microsoft.com/office/drawing/2014/main" id="{B8EA4E57-3A15-4E54-B880-20DCFB5E93A7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0" y="2521045"/>
            <a:ext cx="13335000" cy="993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8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F97D257-8A17-4C9E-B947-5FC9087255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8EB6BD-95E9-4381-A82B-75C6794BE66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n-US" sz="7200" dirty="0"/>
              <a:t>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5AE99-C59A-4680-B92A-B927D44861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E7EE04-4512-4A38-A1D4-E25CCADB9D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8">
            <a:extLst>
              <a:ext uri="{FF2B5EF4-FFF2-40B4-BE49-F238E27FC236}">
                <a16:creationId xmlns:a16="http://schemas.microsoft.com/office/drawing/2014/main" id="{2049D0A2-54A2-4ECD-A672-AAE1DF899C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2521045"/>
            <a:ext cx="13334999" cy="993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12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igital signboard at night">
            <a:extLst>
              <a:ext uri="{FF2B5EF4-FFF2-40B4-BE49-F238E27FC236}">
                <a16:creationId xmlns:a16="http://schemas.microsoft.com/office/drawing/2014/main" id="{158A29DA-889A-405F-9EBC-17F0179D75D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28016"/>
            <a:ext cx="13335000" cy="1358198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B4E65B-AD78-4F8E-AF3D-775924565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055" y="3944597"/>
            <a:ext cx="7938488" cy="2701797"/>
          </a:xfrm>
        </p:spPr>
        <p:txBody>
          <a:bodyPr>
            <a:normAutofit fontScale="90000"/>
          </a:bodyPr>
          <a:lstStyle/>
          <a:p>
            <a:r>
              <a:rPr lang="en-US" sz="10500" dirty="0"/>
              <a:t>Thank  You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85A67E-A75A-47A0-A846-3772FAE1B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058" y="4053432"/>
            <a:ext cx="437302" cy="444174"/>
          </a:xfrm>
          <a:prstGeom prst="ellipse">
            <a:avLst/>
          </a:prstGeom>
          <a:noFill/>
          <a:ln w="3175">
            <a:solidFill>
              <a:schemeClr val="bg1"/>
            </a:solidFill>
          </a:ln>
          <a:effectLst>
            <a:glow rad="114300">
              <a:schemeClr val="bg1">
                <a:alpha val="1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13" tIns="50006" rIns="100013" bIns="50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56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78E4B4-24A5-4096-A3D1-F762B1F4B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04585" y="5817789"/>
            <a:ext cx="1118394" cy="1118394"/>
            <a:chOff x="3775686" y="2602347"/>
            <a:chExt cx="1022532" cy="10225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1B86F4D-9AF7-49E0-AEDA-AB23809D657B}"/>
                </a:ext>
              </a:extLst>
            </p:cNvPr>
            <p:cNvSpPr/>
            <p:nvPr/>
          </p:nvSpPr>
          <p:spPr>
            <a:xfrm>
              <a:off x="3775686" y="2602347"/>
              <a:ext cx="1022532" cy="1022532"/>
            </a:xfrm>
            <a:prstGeom prst="ellipse">
              <a:avLst/>
            </a:prstGeom>
            <a:noFill/>
            <a:ln w="3175">
              <a:solidFill>
                <a:schemeClr val="bg1"/>
              </a:solidFill>
            </a:ln>
            <a:effectLst>
              <a:glow rad="165100">
                <a:schemeClr val="bg1">
                  <a:alpha val="9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0013" tIns="50006" rIns="100013" bIns="5000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56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E8D72F0-ECB8-4873-A8F4-C15E2290E288}"/>
                </a:ext>
              </a:extLst>
            </p:cNvPr>
            <p:cNvSpPr/>
            <p:nvPr/>
          </p:nvSpPr>
          <p:spPr>
            <a:xfrm>
              <a:off x="4257769" y="3084430"/>
              <a:ext cx="58366" cy="58366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70000">
                  <a:schemeClr val="accent2">
                    <a:lumMod val="20000"/>
                    <a:lumOff val="80000"/>
                  </a:schemeClr>
                </a:gs>
                <a:gs pos="65000">
                  <a:srgbClr val="F7FF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 rad="165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56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FF208F-FFDF-40EC-81E0-20313AC11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135157" y="3828695"/>
            <a:ext cx="2929778" cy="2975815"/>
            <a:chOff x="1952144" y="833521"/>
            <a:chExt cx="2678654" cy="272074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759BE1D-6457-4E8F-B887-C13222320C54}"/>
                </a:ext>
              </a:extLst>
            </p:cNvPr>
            <p:cNvSpPr/>
            <p:nvPr/>
          </p:nvSpPr>
          <p:spPr>
            <a:xfrm>
              <a:off x="1952144" y="833521"/>
              <a:ext cx="2678654" cy="2720745"/>
            </a:xfrm>
            <a:prstGeom prst="ellipse">
              <a:avLst/>
            </a:prstGeom>
            <a:noFill/>
            <a:ln w="111125">
              <a:solidFill>
                <a:schemeClr val="bg1">
                  <a:alpha val="6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0013" tIns="50006" rIns="100013" bIns="5000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56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26FAD40-E4F7-473C-B6BB-05C6E57D7349}"/>
                </a:ext>
              </a:extLst>
            </p:cNvPr>
            <p:cNvCxnSpPr>
              <a:cxnSpLocks/>
            </p:cNvCxnSpPr>
            <p:nvPr/>
          </p:nvCxnSpPr>
          <p:spPr>
            <a:xfrm>
              <a:off x="2125238" y="1027660"/>
              <a:ext cx="2332466" cy="2332466"/>
            </a:xfrm>
            <a:prstGeom prst="line">
              <a:avLst/>
            </a:prstGeom>
            <a:ln>
              <a:solidFill>
                <a:schemeClr val="bg2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BD2E0D-D8D7-4940-9A82-1ACDAD32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00507" y="3147229"/>
            <a:ext cx="0" cy="7101449"/>
          </a:xfrm>
          <a:prstGeom prst="line">
            <a:avLst/>
          </a:prstGeom>
          <a:ln w="3175">
            <a:solidFill>
              <a:schemeClr val="bg1">
                <a:lumMod val="9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658F5F-1D95-45C0-BA5E-84A608B4A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99" y="3147229"/>
            <a:ext cx="0" cy="7101449"/>
          </a:xfrm>
          <a:prstGeom prst="line">
            <a:avLst/>
          </a:prstGeom>
          <a:ln w="3175">
            <a:solidFill>
              <a:schemeClr val="bg1">
                <a:lumMod val="9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403829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CD Cover 01">
      <a:dk1>
        <a:sysClr val="windowText" lastClr="000000"/>
      </a:dk1>
      <a:lt1>
        <a:sysClr val="window" lastClr="FFFFFF"/>
      </a:lt1>
      <a:dk2>
        <a:srgbClr val="832118"/>
      </a:dk2>
      <a:lt2>
        <a:srgbClr val="548E1E"/>
      </a:lt2>
      <a:accent1>
        <a:srgbClr val="D60B52"/>
      </a:accent1>
      <a:accent2>
        <a:srgbClr val="8F1B9A"/>
      </a:accent2>
      <a:accent3>
        <a:srgbClr val="1F1C49"/>
      </a:accent3>
      <a:accent4>
        <a:srgbClr val="44C6A4"/>
      </a:accent4>
      <a:accent5>
        <a:srgbClr val="FFEEA4"/>
      </a:accent5>
      <a:accent6>
        <a:srgbClr val="174F70"/>
      </a:accent6>
      <a:hlink>
        <a:srgbClr val="FFFFFF"/>
      </a:hlink>
      <a:folHlink>
        <a:srgbClr val="FFFFFF"/>
      </a:folHlink>
    </a:clrScheme>
    <a:fontScheme name="CD Cover 01">
      <a:majorFont>
        <a:latin typeface="Avenir Next LT Pro"/>
        <a:ea typeface=""/>
        <a:cs typeface=""/>
      </a:majorFont>
      <a:minorFont>
        <a:latin typeface="Rockw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bum Cover - Indie_MO - v2" id="{F6F5EA14-5697-459B-97BA-EE3E9EE5FD46}" vid="{59C51288-166B-473E-BE41-785C314C0DBD}"/>
    </a:ext>
  </a:extLst>
</a:theme>
</file>

<file path=ppt/theme/theme2.xml><?xml version="1.0" encoding="utf-8"?>
<a:theme xmlns:a="http://schemas.openxmlformats.org/drawingml/2006/main" name="Custom Design">
  <a:themeElements>
    <a:clrScheme name="CD Cover 02">
      <a:dk1>
        <a:sysClr val="windowText" lastClr="000000"/>
      </a:dk1>
      <a:lt1>
        <a:sysClr val="window" lastClr="FFFFFF"/>
      </a:lt1>
      <a:dk2>
        <a:srgbClr val="374A59"/>
      </a:dk2>
      <a:lt2>
        <a:srgbClr val="728999"/>
      </a:lt2>
      <a:accent1>
        <a:srgbClr val="D3D2D0"/>
      </a:accent1>
      <a:accent2>
        <a:srgbClr val="7EA16B"/>
      </a:accent2>
      <a:accent3>
        <a:srgbClr val="C1A5A9"/>
      </a:accent3>
      <a:accent4>
        <a:srgbClr val="F5CB5C"/>
      </a:accent4>
      <a:accent5>
        <a:srgbClr val="713E00"/>
      </a:accent5>
      <a:accent6>
        <a:srgbClr val="0B132B"/>
      </a:accent6>
      <a:hlink>
        <a:srgbClr val="374A59"/>
      </a:hlink>
      <a:folHlink>
        <a:srgbClr val="374A59"/>
      </a:folHlink>
    </a:clrScheme>
    <a:fontScheme name="CD Cover 02">
      <a:majorFont>
        <a:latin typeface="Consolas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bum Cover - Indie_MO - v2" id="{F6F5EA14-5697-459B-97BA-EE3E9EE5FD46}" vid="{53911D22-EF11-45C8-9397-AC2AC268CE41}"/>
    </a:ext>
  </a:extLst>
</a:theme>
</file>

<file path=ppt/theme/theme3.xml><?xml version="1.0" encoding="utf-8"?>
<a:theme xmlns:a="http://schemas.openxmlformats.org/drawingml/2006/main" name="1_Custom Design">
  <a:themeElements>
    <a:clrScheme name="CD Cover 03">
      <a:dk1>
        <a:sysClr val="windowText" lastClr="000000"/>
      </a:dk1>
      <a:lt1>
        <a:sysClr val="window" lastClr="FFFFFF"/>
      </a:lt1>
      <a:dk2>
        <a:srgbClr val="374A59"/>
      </a:dk2>
      <a:lt2>
        <a:srgbClr val="B17F4A"/>
      </a:lt2>
      <a:accent1>
        <a:srgbClr val="95190C"/>
      </a:accent1>
      <a:accent2>
        <a:srgbClr val="610345"/>
      </a:accent2>
      <a:accent3>
        <a:srgbClr val="107E7D"/>
      </a:accent3>
      <a:accent4>
        <a:srgbClr val="FFF8F0"/>
      </a:accent4>
      <a:accent5>
        <a:srgbClr val="74526C"/>
      </a:accent5>
      <a:accent6>
        <a:srgbClr val="E57C04"/>
      </a:accent6>
      <a:hlink>
        <a:srgbClr val="FFF8F0"/>
      </a:hlink>
      <a:folHlink>
        <a:srgbClr val="FFF8F0"/>
      </a:folHlink>
    </a:clrScheme>
    <a:fontScheme name="CD Cover 03">
      <a:majorFont>
        <a:latin typeface="Rockwell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lbum Cover - Indie_MO - v2" id="{F6F5EA14-5697-459B-97BA-EE3E9EE5FD46}" vid="{7EED26DB-F71C-47ED-B68D-0EF40E26C0B0}"/>
    </a:ext>
  </a:extLst>
</a:theme>
</file>

<file path=ppt/theme/theme4.xml><?xml version="1.0" encoding="utf-8"?>
<a:theme xmlns:a="http://schemas.openxmlformats.org/drawingml/2006/main" name="2_Custom Design">
  <a:themeElements>
    <a:clrScheme name="CD Cover 04">
      <a:dk1>
        <a:sysClr val="windowText" lastClr="000000"/>
      </a:dk1>
      <a:lt1>
        <a:sysClr val="window" lastClr="FFFFFF"/>
      </a:lt1>
      <a:dk2>
        <a:srgbClr val="323489"/>
      </a:dk2>
      <a:lt2>
        <a:srgbClr val="D25CDE"/>
      </a:lt2>
      <a:accent1>
        <a:srgbClr val="005994"/>
      </a:accent1>
      <a:accent2>
        <a:srgbClr val="D60B5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CD Cover 04">
      <a:majorFont>
        <a:latin typeface="OCR A Extend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bum Cover - Indie_MO - v2" id="{F6F5EA14-5697-459B-97BA-EE3E9EE5FD46}" vid="{F5550A8A-A492-4704-BA86-991C03CF87D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6e0ad8bcb937777a496f4378509b82b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3afd91b9dddacb5807afd727ccca0e2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B26A4C-9D53-419A-BF3D-DD9A269B737B}">
  <ds:schemaRefs>
    <ds:schemaRef ds:uri="http://purl.org/dc/elements/1.1/"/>
    <ds:schemaRef ds:uri="71af3243-3dd4-4a8d-8c0d-dd76da1f02a5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8A3F712-F9CB-434B-AE12-0D3A70CC76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07C168-A623-4C09-A1AC-3BC8CCEEAE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Indie album covers</Template>
  <TotalTime>0</TotalTime>
  <Words>283</Words>
  <Application>Microsoft Office PowerPoint</Application>
  <PresentationFormat>Custom</PresentationFormat>
  <Paragraphs>99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Avenir Next LT Pro</vt:lpstr>
      <vt:lpstr>Calibri</vt:lpstr>
      <vt:lpstr>Cambria</vt:lpstr>
      <vt:lpstr>Consolas</vt:lpstr>
      <vt:lpstr>Gill Sans MT</vt:lpstr>
      <vt:lpstr>OCR A Extended</vt:lpstr>
      <vt:lpstr>Rockwell</vt:lpstr>
      <vt:lpstr>Times New Roman</vt:lpstr>
      <vt:lpstr>3_Custom Design</vt:lpstr>
      <vt:lpstr>Custom Design</vt:lpstr>
      <vt:lpstr>1_Custom Design</vt:lpstr>
      <vt:lpstr>2_Custom Design</vt:lpstr>
      <vt:lpstr> Ted Stories  An Event Planning Company                                                           </vt:lpstr>
      <vt:lpstr>Introduction</vt:lpstr>
      <vt:lpstr>Problem Statement: </vt:lpstr>
      <vt:lpstr>Objectives </vt:lpstr>
      <vt:lpstr>PowerPoint Presentation</vt:lpstr>
      <vt:lpstr>. Semaphore Operations</vt:lpstr>
      <vt:lpstr>Shared Data Structure </vt:lpstr>
      <vt:lpstr>Idea Sharing Mechanism </vt:lpstr>
      <vt:lpstr>Planner Process Workflow</vt:lpstr>
      <vt:lpstr>Logging System</vt:lpstr>
      <vt:lpstr>Simulation Termination</vt:lpstr>
      <vt:lpstr>Main Function</vt:lpstr>
      <vt:lpstr>Output</vt:lpstr>
      <vt:lpstr>Output</vt:lpstr>
      <vt:lpstr>Output</vt:lpstr>
      <vt:lpstr>Output</vt:lpstr>
      <vt:lpstr>Output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2025-05-20T02:11:53Z</dcterms:created>
  <dcterms:modified xsi:type="dcterms:W3CDTF">2025-05-20T04:30:43Z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